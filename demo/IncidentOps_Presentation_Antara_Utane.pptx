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7f13afdcfb4a6a" /><Relationship Type="http://schemas.openxmlformats.org/officeDocument/2006/relationships/extended-properties" Target="/docProps/app.xml" Id="R3d12b7caff4b4448" /><Relationship Type="http://schemas.openxmlformats.org/officeDocument/2006/relationships/officeDocument" Target="/ppt/presentation.xml" Id="Rc83596f09ee646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6294ef06d14934"/>
  </p:sldMasterIdLst>
  <p:notesMasterIdLst>
    <p:notesMasterId xmlns:r="http://schemas.openxmlformats.org/officeDocument/2006/relationships" r:id="Rddaabfafc64640b2"/>
  </p:notesMasterIdLst>
  <p:sldIdLst>
    <p:sldId xmlns:r="http://schemas.openxmlformats.org/officeDocument/2006/relationships" id="256" r:id="Rbf26b71aad564a54"/>
    <p:sldId xmlns:r="http://schemas.openxmlformats.org/officeDocument/2006/relationships" id="257" r:id="R2fd93189bbbc4025"/>
    <p:sldId xmlns:r="http://schemas.openxmlformats.org/officeDocument/2006/relationships" id="258" r:id="R927e2911ef44456e"/>
    <p:sldId xmlns:r="http://schemas.openxmlformats.org/officeDocument/2006/relationships" id="259" r:id="R51e0bb0a1bf1471b"/>
    <p:sldId xmlns:r="http://schemas.openxmlformats.org/officeDocument/2006/relationships" id="260" r:id="R520dd1b5c698406d"/>
    <p:sldId xmlns:r="http://schemas.openxmlformats.org/officeDocument/2006/relationships" id="261" r:id="Rc55b1c5666fb435e"/>
    <p:sldId xmlns:r="http://schemas.openxmlformats.org/officeDocument/2006/relationships" id="262" r:id="R7bf8ffd91937499b"/>
    <p:sldId xmlns:r="http://schemas.openxmlformats.org/officeDocument/2006/relationships" id="263" r:id="R820cfb02c5624559"/>
    <p:sldId xmlns:r="http://schemas.openxmlformats.org/officeDocument/2006/relationships" id="264" r:id="R0a947ffcb55a4893"/>
    <p:sldId xmlns:r="http://schemas.openxmlformats.org/officeDocument/2006/relationships" id="265" r:id="R5e869d348b194061"/>
    <p:sldId xmlns:r="http://schemas.openxmlformats.org/officeDocument/2006/relationships" id="266" r:id="Raecb2491c193421a"/>
    <p:sldId xmlns:r="http://schemas.openxmlformats.org/officeDocument/2006/relationships" id="267" r:id="Rb0da26fbe0da47e9"/>
    <p:sldId xmlns:r="http://schemas.openxmlformats.org/officeDocument/2006/relationships" id="268" r:id="R06a7a67d327148b9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b00ebe609b4b76" /><Relationship Type="http://schemas.openxmlformats.org/officeDocument/2006/relationships/slideMaster" Target="/ppt/slideMasters/slideMaster1.xml" Id="Rc26294ef06d14934" /><Relationship Type="http://schemas.openxmlformats.org/officeDocument/2006/relationships/notesMaster" Target="/ppt/notesMasters/notesMaster1.xml" Id="Rddaabfafc64640b2" /><Relationship Type="http://schemas.openxmlformats.org/officeDocument/2006/relationships/presProps" Target="/ppt/presProps.xml" Id="R8f7b427531ae4bf6" /><Relationship Type="http://schemas.openxmlformats.org/officeDocument/2006/relationships/viewProps" Target="/ppt/viewProps.xml" Id="Re6d4fe62f3274d97" /><Relationship Type="http://schemas.openxmlformats.org/officeDocument/2006/relationships/tableStyles" Target="/ppt/tableStyles.xml" Id="Rbd0eeace21e64df2" /><Relationship Type="http://schemas.openxmlformats.org/officeDocument/2006/relationships/slide" Target="/ppt/slides/slide1.xml" Id="Rbf26b71aad564a54" /><Relationship Type="http://schemas.openxmlformats.org/officeDocument/2006/relationships/slide" Target="/ppt/slides/slide2.xml" Id="R2fd93189bbbc4025" /><Relationship Type="http://schemas.openxmlformats.org/officeDocument/2006/relationships/slide" Target="/ppt/slides/slide3.xml" Id="R927e2911ef44456e" /><Relationship Type="http://schemas.openxmlformats.org/officeDocument/2006/relationships/slide" Target="/ppt/slides/slide4.xml" Id="R51e0bb0a1bf1471b" /><Relationship Type="http://schemas.openxmlformats.org/officeDocument/2006/relationships/slide" Target="/ppt/slides/slide5.xml" Id="R520dd1b5c698406d" /><Relationship Type="http://schemas.openxmlformats.org/officeDocument/2006/relationships/slide" Target="/ppt/slides/slide6.xml" Id="Rc55b1c5666fb435e" /><Relationship Type="http://schemas.openxmlformats.org/officeDocument/2006/relationships/slide" Target="/ppt/slides/slide7.xml" Id="R7bf8ffd91937499b" /><Relationship Type="http://schemas.openxmlformats.org/officeDocument/2006/relationships/slide" Target="/ppt/slides/slide8.xml" Id="R820cfb02c5624559" /><Relationship Type="http://schemas.openxmlformats.org/officeDocument/2006/relationships/slide" Target="/ppt/slides/slide9.xml" Id="R0a947ffcb55a4893" /><Relationship Type="http://schemas.openxmlformats.org/officeDocument/2006/relationships/slide" Target="/ppt/slides/slide10.xml" Id="R5e869d348b194061" /><Relationship Type="http://schemas.openxmlformats.org/officeDocument/2006/relationships/slide" Target="/ppt/slides/slide11.xml" Id="Raecb2491c193421a" /><Relationship Type="http://schemas.openxmlformats.org/officeDocument/2006/relationships/slide" Target="/ppt/slides/slide12.xml" Id="Rb0da26fbe0da47e9" /><Relationship Type="http://schemas.openxmlformats.org/officeDocument/2006/relationships/slide" Target="/ppt/slides/slide13.xml" Id="R06a7a67d327148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1bcbab159840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94e8a1613b4c87" /><Relationship Type="http://schemas.openxmlformats.org/officeDocument/2006/relationships/notesMaster" Target="/ppt/notesMasters/notesMaster1.xml" Id="Rb6a3492df0114a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2e7d9024a44090" /><Relationship Type="http://schemas.openxmlformats.org/officeDocument/2006/relationships/notesMaster" Target="/ppt/notesMasters/notesMaster1.xml" Id="R2c1ab3e9882542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77e2047ec644ad" /><Relationship Type="http://schemas.openxmlformats.org/officeDocument/2006/relationships/notesMaster" Target="/ppt/notesMasters/notesMaster1.xml" Id="R2a790e104a8b4c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a8c38698504c90" /><Relationship Type="http://schemas.openxmlformats.org/officeDocument/2006/relationships/notesMaster" Target="/ppt/notesMasters/notesMaster1.xml" Id="R6b3e3d6a49ad4b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ce86644ae947c1" /><Relationship Type="http://schemas.openxmlformats.org/officeDocument/2006/relationships/notesMaster" Target="/ppt/notesMasters/notesMaster1.xml" Id="R6e55651c0f074b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08fdabae5e42f0" /><Relationship Type="http://schemas.openxmlformats.org/officeDocument/2006/relationships/notesMaster" Target="/ppt/notesMasters/notesMaster1.xml" Id="R1ce568dc5d1649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c209143ffb416d" /><Relationship Type="http://schemas.openxmlformats.org/officeDocument/2006/relationships/notesMaster" Target="/ppt/notesMasters/notesMaster1.xml" Id="R0014e029b6fb44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06bf0cf6f74f07" /><Relationship Type="http://schemas.openxmlformats.org/officeDocument/2006/relationships/notesMaster" Target="/ppt/notesMasters/notesMaster1.xml" Id="R38174897dfc44f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264477b6534e60" /><Relationship Type="http://schemas.openxmlformats.org/officeDocument/2006/relationships/notesMaster" Target="/ppt/notesMasters/notesMaster1.xml" Id="Rff41dc9e28d740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a148faefd44f79" /><Relationship Type="http://schemas.openxmlformats.org/officeDocument/2006/relationships/notesMaster" Target="/ppt/notesMasters/notesMaster1.xml" Id="Re1dd8738c5334f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e83d839be04eb5" /><Relationship Type="http://schemas.openxmlformats.org/officeDocument/2006/relationships/notesMaster" Target="/ppt/notesMasters/notesMaster1.xml" Id="R7d3ee0b05ccd4b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221c2f3b384554" /><Relationship Type="http://schemas.openxmlformats.org/officeDocument/2006/relationships/notesMaster" Target="/ppt/notesMasters/notesMaster1.xml" Id="R07692721f85f4b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7e4437261e4149" /><Relationship Type="http://schemas.openxmlformats.org/officeDocument/2006/relationships/notesMaster" Target="/ppt/notesMasters/notesMaster1.xml" Id="R18b195e2e55448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09faa54db4d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24426022f45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507fb1eef845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3fe5876534d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322e2c417a43a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0ee6b547942f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28bb78134d4a2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22c1b4f754f6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49847aacfa4fd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b5f88b980b411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35657624ec429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8FC1A2-504D-11BE-39FD-2541EDA65DC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952E656-30EA-3391-7210-62516B3267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BFC9DC-34B6-53FD-B08F-26A1BCEC2A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A4E035-9AA4-F0D0-B00E-E46148352C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891EF6-DCC4-52DC-9E9F-CF22034E05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E99356-C39C-B442-EF52-654830B6C2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886766-0494-768E-F15D-E52BD6F05D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C9B2303-78DB-B1A9-B999-0BA1B697F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DE3CDA-5136-38AF-39B2-999FFA6693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24E1B69-1E79-19ED-57D1-21C13D8798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C4E0F2-2985-9D27-3BD9-DF07C7959D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8702AB-D343-0A3A-4E10-7A35590198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C7239E-77CD-256B-ADDC-165E0A8FC4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F35962-F173-5CC1-8879-E4ECA50DC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076E237-19AB-F3C2-579A-355BC3E282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7BB3D1-EB15-361A-023A-895FE19C61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F9A2A7-ADA2-C640-AB70-267BB7CCD1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870A58E-E384-6297-65EB-4837D3D73B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831B259-5D63-5E48-143D-0DE97A08E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5C55B4-A95D-1ECF-8EB8-7102E5C02F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A778C16-0340-6DC0-91A3-ADF5BAE782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6FCB9F-D197-37A7-240A-E7AB40E69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EECA80-1853-531D-3F08-02E270513F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E94F067-8658-7A32-50E5-B452E1D0B28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11D7856-E697-71B5-7A26-B01571DFE03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384F737-2C9B-2772-36D5-044D7A7ABBE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DE8BC7C-0543-4BEF-7318-8A6F2D5C62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92D78A4-9574-D05B-248E-A07DF78145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1981239-EFE9-A634-EB8E-B24C16498B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470DA0-83BC-0137-C017-D6B1530072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F719576-2A8E-E0B6-8EFA-653327C11D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7F765D-CECF-1146-BFB3-FF31153D33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A46CD73-6EC5-09DC-F516-C51C8DCB97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C629BD0-69B7-EB1D-0F0F-D4E57B993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703FF25-E8B8-4AA1-410B-F262EA8A17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3B09F2B-5E20-AFB2-0E08-E2CA2CF49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B78D79-3F1F-BD09-2AB6-17AA14C2A2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6BC652-A576-0A52-F2D4-28678CE1AE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3077963-27C8-0A27-AFA4-2BB23812E6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98A8AE-9698-0A68-E852-ACEE8C2BC5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1706309-82E9-1749-8B0C-7CF3ED9A3D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715FD4-AB09-735F-9BF1-8E03504AF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2600D3-488A-5C7E-D448-C5AC11AE75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742273E-D01B-50E4-5340-C81B548D055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82C5B6C-189D-F784-98E8-145650452E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0108E3-BBA2-7FEA-660D-DD7F96C63E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E48CE1B-4283-78E8-53B4-7028140524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831000-22AB-7088-E8F5-88371564F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3A0FDC-7962-A295-F9B6-F941E4EEA6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A29B684-F40A-AE8A-496B-7D0167EB42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5B3B7F-9428-182F-0CFF-F795F53BA0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4E509D-3357-2DE8-5579-9A52BBF0B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9345D3-983E-EA6B-E1F9-5F7FAA087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9BB6AF3-F247-0429-0157-C42CAA7B45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7D7CA2-91F2-29A4-3D2A-ADF66F3F28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243B24-D1C6-F8DB-AD97-7D530D7B4E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D19BB2-E647-0D43-ADFC-69B5CCAF45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D33999-3745-84B7-B3DA-AEF3D0954F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b5daa212b34245" /><Relationship Type="http://schemas.openxmlformats.org/officeDocument/2006/relationships/slideLayout" Target="/ppt/slideLayouts/slideLayout1.xml" Id="R5c3ebd0d5a1f487b" /><Relationship Type="http://schemas.openxmlformats.org/officeDocument/2006/relationships/slideLayout" Target="/ppt/slideLayouts/slideLayout2.xml" Id="Rcdb5b6a26ec349cc" /><Relationship Type="http://schemas.openxmlformats.org/officeDocument/2006/relationships/slideLayout" Target="/ppt/slideLayouts/slideLayout3.xml" Id="R566d1c5ac8c44fd3" /><Relationship Type="http://schemas.openxmlformats.org/officeDocument/2006/relationships/slideLayout" Target="/ppt/slideLayouts/slideLayout4.xml" Id="R5bc66bff2fbe45b7" /><Relationship Type="http://schemas.openxmlformats.org/officeDocument/2006/relationships/slideLayout" Target="/ppt/slideLayouts/slideLayout5.xml" Id="Rf4366432a0b54d3a" /><Relationship Type="http://schemas.openxmlformats.org/officeDocument/2006/relationships/slideLayout" Target="/ppt/slideLayouts/slideLayout6.xml" Id="R75514703c8c04dd0" /><Relationship Type="http://schemas.openxmlformats.org/officeDocument/2006/relationships/slideLayout" Target="/ppt/slideLayouts/slideLayout7.xml" Id="Ra8ed91c0e1c64b5f" /><Relationship Type="http://schemas.openxmlformats.org/officeDocument/2006/relationships/slideLayout" Target="/ppt/slideLayouts/slideLayout8.xml" Id="R4970f43258654ce7" /><Relationship Type="http://schemas.openxmlformats.org/officeDocument/2006/relationships/slideLayout" Target="/ppt/slideLayouts/slideLayout9.xml" Id="R4203e1f4383741a3" /><Relationship Type="http://schemas.openxmlformats.org/officeDocument/2006/relationships/slideLayout" Target="/ppt/slideLayouts/slideLayout10.xml" Id="R7344cddfcf5f4487" /><Relationship Type="http://schemas.openxmlformats.org/officeDocument/2006/relationships/slideLayout" Target="/ppt/slideLayouts/slideLayout11.xml" Id="R8b0e715447d84ff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03C3A6B-CD3F-CA14-0B54-5C3EFD8317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FD29B36-42CE-B14C-B0F6-6897EA8E24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93E9ED-D545-19D9-72E8-4327C030E00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8CFC614-07A2-4A63-B687-A13199FBDF24}" type="datetimeFigureOut">
              <a:t>17-10-2026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987F25-9E99-031D-F1C9-0169C6E3782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E8682B-EF10-741D-55BC-59ADBCFBB3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3AD962-788E-41B1-A96C-8C9C533D6C1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3ebd0d5a1f487b"/>
    <p:sldLayoutId xmlns:r="http://schemas.openxmlformats.org/officeDocument/2006/relationships" id="2147483650" r:id="Rcdb5b6a26ec349cc"/>
    <p:sldLayoutId xmlns:r="http://schemas.openxmlformats.org/officeDocument/2006/relationships" id="2147483651" r:id="R566d1c5ac8c44fd3"/>
    <p:sldLayoutId xmlns:r="http://schemas.openxmlformats.org/officeDocument/2006/relationships" id="2147483652" r:id="R5bc66bff2fbe45b7"/>
    <p:sldLayoutId xmlns:r="http://schemas.openxmlformats.org/officeDocument/2006/relationships" id="2147483653" r:id="Rf4366432a0b54d3a"/>
    <p:sldLayoutId xmlns:r="http://schemas.openxmlformats.org/officeDocument/2006/relationships" id="2147483654" r:id="R75514703c8c04dd0"/>
    <p:sldLayoutId xmlns:r="http://schemas.openxmlformats.org/officeDocument/2006/relationships" id="2147483655" r:id="Ra8ed91c0e1c64b5f"/>
    <p:sldLayoutId xmlns:r="http://schemas.openxmlformats.org/officeDocument/2006/relationships" id="2147483656" r:id="R4970f43258654ce7"/>
    <p:sldLayoutId xmlns:r="http://schemas.openxmlformats.org/officeDocument/2006/relationships" id="2147483657" r:id="R4203e1f4383741a3"/>
    <p:sldLayoutId xmlns:r="http://schemas.openxmlformats.org/officeDocument/2006/relationships" id="2147483658" r:id="R7344cddfcf5f4487"/>
    <p:sldLayoutId xmlns:r="http://schemas.openxmlformats.org/officeDocument/2006/relationships" id="2147483659" r:id="R8b0e715447d8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6a1c3ba6f14f6b" /><Relationship Type="http://schemas.openxmlformats.org/officeDocument/2006/relationships/image" Target="/ppt/media/image.png" Id="R00b2e54fb1a84478" /><Relationship Type="http://schemas.openxmlformats.org/officeDocument/2006/relationships/notesSlide" Target="/ppt/notesSlides/notesSlide1.xml" Id="R422e7c884bb549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01e02951ce4121" /><Relationship Type="http://schemas.openxmlformats.org/officeDocument/2006/relationships/image" Target="/ppt/media/image2.png" Id="Ra384ca89d9e4491a" /><Relationship Type="http://schemas.openxmlformats.org/officeDocument/2006/relationships/notesSlide" Target="/ppt/notesSlides/notesSlide2.xml" Id="R8571161a4af94e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ed6e2e82744260" /><Relationship Type="http://schemas.openxmlformats.org/officeDocument/2006/relationships/image" Target="/ppt/media/image3.png" Id="R513b4f4510ed4357" /><Relationship Type="http://schemas.openxmlformats.org/officeDocument/2006/relationships/notesSlide" Target="/ppt/notesSlides/notesSlide3.xml" Id="Reffc646cc8134f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51dccd27034afe" /><Relationship Type="http://schemas.openxmlformats.org/officeDocument/2006/relationships/image" Target="/ppt/media/image4.png" Id="Raff55528463b4f9a" /><Relationship Type="http://schemas.openxmlformats.org/officeDocument/2006/relationships/notesSlide" Target="/ppt/notesSlides/notesSlide4.xml" Id="R8c7aeb6b6edf43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4bc6ecb2b04f83" /><Relationship Type="http://schemas.openxmlformats.org/officeDocument/2006/relationships/image" Target="/ppt/media/image5.png" Id="R81aea33932db46f5" /><Relationship Type="http://schemas.openxmlformats.org/officeDocument/2006/relationships/notesSlide" Target="/ppt/notesSlides/notesSlide5.xml" Id="R76e36064043144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3b3d464dfb4633" /><Relationship Type="http://schemas.openxmlformats.org/officeDocument/2006/relationships/image" Target="/ppt/media/image6.png" Id="Rae428719a61e4895" /><Relationship Type="http://schemas.openxmlformats.org/officeDocument/2006/relationships/notesSlide" Target="/ppt/notesSlides/notesSlide6.xml" Id="Rd87a1f06a46a47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80077f0fe947d8" /><Relationship Type="http://schemas.openxmlformats.org/officeDocument/2006/relationships/image" Target="/ppt/media/image7.png" Id="R258e8c117805487a" /><Relationship Type="http://schemas.openxmlformats.org/officeDocument/2006/relationships/notesSlide" Target="/ppt/notesSlides/notesSlide7.xml" Id="Rcec25ed3ec4647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54e64516cf49b9" /><Relationship Type="http://schemas.openxmlformats.org/officeDocument/2006/relationships/image" Target="/ppt/media/image8.png" Id="Rfe51c9ecace64ca3" /><Relationship Type="http://schemas.openxmlformats.org/officeDocument/2006/relationships/notesSlide" Target="/ppt/notesSlides/notesSlide8.xml" Id="R209f18c3d05144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29289827874bbd" /><Relationship Type="http://schemas.openxmlformats.org/officeDocument/2006/relationships/image" Target="/ppt/media/image9.png" Id="Rfb5ce243ad7e48df" /><Relationship Type="http://schemas.openxmlformats.org/officeDocument/2006/relationships/notesSlide" Target="/ppt/notesSlides/notesSlide9.xml" Id="R506a60410fce4d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386825531442b7" /><Relationship Type="http://schemas.openxmlformats.org/officeDocument/2006/relationships/image" Target="/ppt/media/image10.png" Id="R823f5e011af4411e" /><Relationship Type="http://schemas.openxmlformats.org/officeDocument/2006/relationships/notesSlide" Target="/ppt/notesSlides/notesSlide10.xml" Id="Rb6f6b1b0481946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618ffcd5234464" /><Relationship Type="http://schemas.openxmlformats.org/officeDocument/2006/relationships/image" Target="/ppt/media/image11.png" Id="Rd848b5d61f0e419a" /><Relationship Type="http://schemas.openxmlformats.org/officeDocument/2006/relationships/notesSlide" Target="/ppt/notesSlides/notesSlide11.xml" Id="Re64d5654b87846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79639ec96b43c3" /><Relationship Type="http://schemas.openxmlformats.org/officeDocument/2006/relationships/image" Target="/ppt/media/image12.png" Id="R82e1871dc5e94830" /><Relationship Type="http://schemas.openxmlformats.org/officeDocument/2006/relationships/notesSlide" Target="/ppt/notesSlides/notesSlide12.xml" Id="R2dd7931c762049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819eda67204a72" /><Relationship Type="http://schemas.openxmlformats.org/officeDocument/2006/relationships/image" Target="/ppt/media/image13.png" Id="Rde96e9288ff242bb" /><Relationship Type="http://schemas.openxmlformats.org/officeDocument/2006/relationships/notesSlide" Target="/ppt/notesSlides/notesSlide13.xml" Id="R5624df53f73e446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ACBACC6-DAF1-4AEF-8E57-EA9F46B1BA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2e54fb1a844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7629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A642C49-9C66-45CD-88DD-92BA609514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4ca89d9e449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522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498B480-71D9-425A-92A7-197E1242B0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3b4f4510ed43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4906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ECCA9167-9690-4DB5-9EB8-C79616AF87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55528463b4f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22291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1E0306C0-260C-4833-8997-1868B4CDE7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aea33932db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3705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0EBA271-5DDE-49F5-BF77-48F9031E1F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28719a61e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8381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F304A225-4BFC-408E-B7C9-EE29EC369C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e8c11780548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1641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19FC2619-8436-4F9E-A0B5-579533F400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1c9ecace6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1727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526EC0F-7115-4E95-AA3B-6826F27110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ce243ad7e48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5443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B880F5D3-C398-488E-8A07-81200BA41B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f5e011af441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8884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5713184-DDEB-4EBE-93E8-2AD5EC2B00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8b5d61f0e41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364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mark">
            <a:extLst xmlns:a="http://schemas.openxmlformats.org/drawingml/2006/main">
              <a:ext uri="{FF2B5EF4-FFF2-40B4-BE49-F238E27FC236}">
                <a16:creationId xmlns:a16="http://schemas.microsoft.com/office/drawing/2014/main" id="{ED7F3892-7AC7-489A-B145-2D8262AE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04800" cy="304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4B102A"/>
          </a:solidFill>
          <a:ln xmlns:a="http://schemas.openxmlformats.org/drawingml/2006/main" w="0">
            <a:solidFill>
              <a:srgbClr val="4B102A"/>
            </a:solidFill>
            <a:prstDash val="solid"/>
          </a:ln>
        </p:spPr>
      </p:sp>
      <p:sp>
        <p:nvSpPr>
          <p:cNvPr id="2" name="brand-accent">
            <a:extLst xmlns:a="http://schemas.openxmlformats.org/drawingml/2006/main">
              <a:ext uri="{FF2B5EF4-FFF2-40B4-BE49-F238E27FC236}">
                <a16:creationId xmlns:a16="http://schemas.microsoft.com/office/drawing/2014/main" id="{B1DC4231-DBD7-428E-901E-F38BDE60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9052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A92"/>
          </a:solidFill>
          <a:ln xmlns:a="http://schemas.openxmlformats.org/drawingml/2006/main" w="0">
            <a:solidFill>
              <a:srgbClr val="E85A92"/>
            </a:solidFill>
            <a:prstDash val="solid"/>
          </a:ln>
        </p:spPr>
      </p:sp>
      <p:sp>
        <p:nvSpPr>
          <p:cNvPr id="3" name="brand">
            <a:extLst xmlns:a="http://schemas.openxmlformats.org/drawingml/2006/main">
              <a:ext uri="{FF2B5EF4-FFF2-40B4-BE49-F238E27FC236}">
                <a16:creationId xmlns:a16="http://schemas.microsoft.com/office/drawing/2014/main" id="{F39F4D19-ECB0-42F6-B732-B65384DF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defPPr>
            <a:lvl1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1pPr>
            <a:lvl2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2pPr>
            <a:lvl3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3pPr>
            <a:lvl4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4pPr>
            <a:lvl5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5pPr>
            <a:lvl6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6pPr>
            <a:lvl7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7pPr>
            <a:lvl8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8pPr>
            <a:lvl9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B102A"/>
                </a:solidFill>
                <a:latin typeface="Aptos"/>
                <a:ea typeface="Aptos"/>
                <a:cs typeface="Aptos"/>
              </a:rPr>
              <a:t>INCIDENTOPS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66B00EF4-7A1A-4DE5-BD48-90966134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C5470"/>
                </a:solidFill>
                <a:latin typeface="Aptos"/>
                <a:ea typeface="Aptos"/>
                <a:cs typeface="Aptos"/>
              </a:rPr>
              <a:t>FINAL GITOPS SUPPLEMENT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8528A19-C3D7-46D6-B694-5092853E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191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defPPr>
            <a:lvl1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1pPr>
            <a:lvl2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2pPr>
            <a:lvl3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3pPr>
            <a:lvl4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4pPr>
            <a:lvl5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5pPr>
            <a:lvl6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6pPr>
            <a:lvl7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7pPr>
            <a:lvl8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8pPr>
            <a:lvl9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B142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B1420"/>
                </a:solidFill>
                <a:latin typeface="Aptos"/>
                <a:ea typeface="Aptos"/>
                <a:cs typeface="Aptos"/>
              </a:rPr>
              <a:t>Argo CD: local GitOps reconciliation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E8044F33-6625-40CE-AC94-C1A3AEF2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defPPr>
            <a:lvl1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1pPr>
            <a:lvl2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2pPr>
            <a:lvl3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3pPr>
            <a:lvl4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4pPr>
            <a:lvl5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5pPr>
            <a:lvl6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6pPr>
            <a:lvl7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7pPr>
            <a:lvl8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8pPr>
            <a:lvl9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1125">
                <a:solidFill>
                  <a:srgbClr val="725463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725463"/>
                </a:solidFill>
                <a:latin typeface="Aptos"/>
                <a:ea typeface="Aptos"/>
                <a:cs typeface="Aptos"/>
              </a:rPr>
              <a:t>A separate Docker Desktop deployment proved repository-driven Helm delivery without recreating AWS.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88997-6790-4A2E-A4E5-182FE2F08D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1871dc5e94830"/>
          <a:stretch xmlns:a="http://schemas.openxmlformats.org/drawingml/2006/main"/>
        </p:blipFill>
        <p:spPr>
          <a:xfrm xmlns:a="http://schemas.openxmlformats.org/drawingml/2006/main">
            <a:off x="800100" y="1943100"/>
            <a:ext cx="6172200" cy="3857625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gitops-heading">
            <a:extLst xmlns:a="http://schemas.openxmlformats.org/drawingml/2006/main">
              <a:ext uri="{FF2B5EF4-FFF2-40B4-BE49-F238E27FC236}">
                <a16:creationId xmlns:a16="http://schemas.microsoft.com/office/drawing/2014/main" id="{2F73B34B-AFE8-4A93-9309-86E7928E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defPPr>
            <a:lvl1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1pPr>
            <a:lvl2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2pPr>
            <a:lvl3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3pPr>
            <a:lvl4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4pPr>
            <a:lvl5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5pPr>
            <a:lvl6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6pPr>
            <a:lvl7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7pPr>
            <a:lvl8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8pPr>
            <a:lvl9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4B102A"/>
                </a:solidFill>
                <a:latin typeface="Aptos"/>
                <a:ea typeface="Aptos"/>
                <a:cs typeface="Aptos"/>
              </a:rPr>
              <a:t>GitOps path</a:t>
            </a:r>
          </a:p>
        </p:txBody>
      </p:sp>
      <p:sp>
        <p:nvSpPr>
          <p:cNvPr id="9" name="gitops-flow">
            <a:extLst xmlns:a="http://schemas.openxmlformats.org/drawingml/2006/main">
              <a:ext uri="{FF2B5EF4-FFF2-40B4-BE49-F238E27FC236}">
                <a16:creationId xmlns:a16="http://schemas.microsoft.com/office/drawing/2014/main" id="{2BA9C906-16C5-456D-8EE1-AD111E29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43150"/>
            <a:ext cx="34290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defPPr>
            <a:lvl1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1pPr>
            <a:lvl2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2pPr>
            <a:lvl3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3pPr>
            <a:lvl4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4pPr>
            <a:lvl5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5pPr>
            <a:lvl6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6pPr>
            <a:lvl7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7pPr>
            <a:lvl8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8pPr>
            <a:lvl9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GitHub repository</a:t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Source-controlled Application and values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Argo CD v3.5.5</a:t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Automated sync with prune and self-heal enabled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Helm chart</a:t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Rendered from helm/incidentops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Docker Desktop Kubernetes</a:t>
            </a:r>
          </a:p>
          <a:p xmlns:a="http://schemas.openxmlformats.org/drawingml/2006/main">
            <a:pPr>
              <a:defRPr sz="1125">
                <a:solidFill>
                  <a:srgbClr val="38202C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38202C"/>
                </a:solidFill>
                <a:latin typeface="Aptos"/>
                <a:ea typeface="Aptos"/>
                <a:cs typeface="Aptos"/>
              </a:rPr>
              <a:t>Isolated incidentops-gitops namespace</a:t>
            </a:r>
          </a:p>
        </p:txBody>
      </p:sp>
      <p:sp>
        <p:nvSpPr>
          <p:cNvPr id="10" name="safety-note-bg">
            <a:extLst xmlns:a="http://schemas.openxmlformats.org/drawingml/2006/main">
              <a:ext uri="{FF2B5EF4-FFF2-40B4-BE49-F238E27FC236}">
                <a16:creationId xmlns:a16="http://schemas.microsoft.com/office/drawing/2014/main" id="{573A928E-8D0C-4C9C-8613-F742B390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857750"/>
            <a:ext cx="3733800" cy="952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8E8EF"/>
          </a:solidFill>
          <a:ln xmlns:a="http://schemas.openxmlformats.org/drawingml/2006/main" w="9525">
            <a:solidFill>
              <a:srgbClr val="EDC8D7"/>
            </a:solidFill>
            <a:prstDash val="solid"/>
          </a:ln>
        </p:spPr>
      </p:sp>
      <p:sp>
        <p:nvSpPr>
          <p:cNvPr id="11" name="safety-note">
            <a:extLst xmlns:a="http://schemas.openxmlformats.org/drawingml/2006/main">
              <a:ext uri="{FF2B5EF4-FFF2-40B4-BE49-F238E27FC236}">
                <a16:creationId xmlns:a16="http://schemas.microsoft.com/office/drawing/2014/main" id="{33FE4D44-C59E-463E-B73D-404ED223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91100"/>
            <a:ext cx="327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defPPr>
            <a:lvl1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1pPr>
            <a:lvl2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2pPr>
            <a:lvl3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3pPr>
            <a:lvl4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4pPr>
            <a:lvl5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5pPr>
            <a:lvl6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6pPr>
            <a:lvl7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7pPr>
            <a:lvl8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8pPr>
            <a:lvl9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B102A"/>
                </a:solidFill>
                <a:latin typeface="Aptos"/>
                <a:ea typeface="Aptos"/>
                <a:cs typeface="Aptos"/>
              </a:rPr>
              <a:t>Safe isolation</a:t>
            </a:r>
          </a:p>
          <a:p xmlns:a="http://schemas.openxmlformats.org/drawingml/2006/main">
            <a:pPr>
              <a:defRPr sz="975">
                <a:solidFill>
                  <a:srgbClr val="4B102A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B102A"/>
                </a:solidFill>
                <a:latin typeface="Aptos"/>
                <a:ea typeface="Aptos"/>
                <a:cs typeface="Aptos"/>
              </a:rPr>
              <a:t>The original incidentops release stayed untouched. Ingress remained disabled in the GitOps namespace, and both application images used the verified M10 SHA.</a:t>
            </a:r>
          </a:p>
        </p:txBody>
      </p:sp>
      <p:sp>
        <p:nvSpPr>
          <p:cNvPr id="12" name="proof-caption">
            <a:extLst xmlns:a="http://schemas.openxmlformats.org/drawingml/2006/main">
              <a:ext uri="{FF2B5EF4-FFF2-40B4-BE49-F238E27FC236}">
                <a16:creationId xmlns:a16="http://schemas.microsoft.com/office/drawing/2014/main" id="{6F3E855F-AF36-4645-A414-C5B5E5BC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defPPr>
            <a:lvl1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1pPr>
            <a:lvl2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2pPr>
            <a:lvl3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3pPr>
            <a:lvl4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4pPr>
            <a:lvl5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5pPr>
            <a:lvl6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6pPr>
            <a:lvl7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7pPr>
            <a:lvl8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8pPr>
            <a:lvl9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C5470"/>
                </a:solidFill>
                <a:latin typeface="Aptos"/>
                <a:ea typeface="Aptos"/>
                <a:cs typeface="Aptos"/>
              </a:rPr>
              <a:t>REAL LOCAL PROOF</a:t>
            </a:r>
          </a:p>
        </p:txBody>
      </p:sp>
      <p:sp>
        <p:nvSpPr>
          <p:cNvPr id="13" name="proof-line">
            <a:extLst xmlns:a="http://schemas.openxmlformats.org/drawingml/2006/main">
              <a:ext uri="{FF2B5EF4-FFF2-40B4-BE49-F238E27FC236}">
                <a16:creationId xmlns:a16="http://schemas.microsoft.com/office/drawing/2014/main" id="{EAD086A0-B408-4A1D-A289-076AFB16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981700"/>
            <a:ext cx="954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defPPr>
            <a:lvl1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1pPr>
            <a:lvl2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2pPr>
            <a:lvl3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3pPr>
            <a:lvl4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4pPr>
            <a:lvl5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5pPr>
            <a:lvl6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6pPr>
            <a:lvl7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7pPr>
            <a:lvl8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8pPr>
            <a:lvl9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4B10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102A"/>
                </a:solidFill>
                <a:latin typeface="Aptos"/>
                <a:ea typeface="Aptos"/>
                <a:cs typeface="Aptos"/>
              </a:rPr>
              <a:t>Synced and Healthy. Backend 2/2, frontend 2/2, PostgreSQL Ready, migration Complete.</a:t>
            </a:r>
          </a:p>
        </p:txBody>
      </p:sp>
      <p:sp>
        <p:nvSpPr>
          <p:cNvPr id="14" name="sha">
            <a:extLst xmlns:a="http://schemas.openxmlformats.org/drawingml/2006/main">
              <a:ext uri="{FF2B5EF4-FFF2-40B4-BE49-F238E27FC236}">
                <a16:creationId xmlns:a16="http://schemas.microsoft.com/office/drawing/2014/main" id="{56A5BABB-1FB0-4DDD-8DCD-EC589EAA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638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defPPr>
            <a:lvl1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1pPr>
            <a:lvl2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2pPr>
            <a:lvl3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3pPr>
            <a:lvl4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4pPr>
            <a:lvl5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5pPr>
            <a:lvl6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6pPr>
            <a:lvl7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7pPr>
            <a:lvl8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8pPr>
            <a:lvl9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>
              <a:defRPr sz="750">
                <a:solidFill>
                  <a:srgbClr val="8A6B79"/>
                </a:solidFill>
                <a:latin typeface="Aptos"/>
                <a:ea typeface="Aptos"/>
                <a:cs typeface="Aptos"/>
              </a:defRPr>
            </a:pPr>
            <a:r>
              <a:rPr sz="750">
                <a:solidFill>
                  <a:srgbClr val="8A6B79"/>
                </a:solidFill>
                <a:latin typeface="Aptos"/>
                <a:ea typeface="Aptos"/>
                <a:cs typeface="Aptos"/>
              </a:rPr>
              <a:t>Images: 2b76fa3c3b1c580fe48d4b3b5504c4206793061d</a:t>
            </a:r>
          </a:p>
        </p:txBody>
      </p:sp>
      <p:sp>
        <p:nvSpPr>
          <p:cNvPr id="1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DBFBCB4-CC96-4200-984D-4517C999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98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C547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C5470"/>
                </a:solidFill>
                <a:latin typeface="Aptos"/>
                <a:ea typeface="Aptos"/>
                <a:cs typeface="Aptos"/>
              </a:rPr>
              <a:t>GITOPS</a:t>
            </a:r>
          </a:p>
        </p:txBody>
      </p:sp>
    </p:spTree>
    <p:extLst>
      <p:ext uri="{BB962C8B-B14F-4D97-AF65-F5344CB8AC3E}">
        <p14:creationId xmlns:p14="http://schemas.microsoft.com/office/powerpoint/2010/main" val="12724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4D0CA0E6-2CF3-4D7B-AD39-E7E6EED63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6e9288ff242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34848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2026-10-23T23:58:24.5300000Z</dcterms:created>
  <dcterms:modified xsi:type="dcterms:W3CDTF">2026-10-23T23:58:24.5300000Z</dcterms:modified>
</coreProperties>
</file>