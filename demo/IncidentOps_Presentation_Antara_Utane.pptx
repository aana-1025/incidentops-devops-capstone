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FC1A2-504D-11BE-39FD-2541EDA65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2E656-30EA-3391-7210-62516B326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FC9DC-34B6-53FD-B08F-26A1BCEC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4E035-9AA4-F0D0-B00E-E4614835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91EF6-DCC4-52DC-9E9F-CF22034E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4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9356-C39C-B442-EF52-654830B6C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86766-0494-768E-F15D-E52BD6F05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B2303-78DB-B1A9-B999-0BA1B697F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E3CDA-5136-38AF-39B2-999FFA66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E1B69-1E79-19ED-57D1-21C13D87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81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E0F2-2985-9D27-3BD9-DF07C7959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702AB-D343-0A3A-4E10-7A3559019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7239E-77CD-256B-ADDC-165E0A8F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35962-F173-5CC1-8879-E4ECA50D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6E237-19AB-F3C2-579A-355BC3E2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2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B3D1-EB15-361A-023A-895FE19C6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9A2A7-ADA2-C640-AB70-267BB7CCD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0A58E-E384-6297-65EB-4837D3D73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1B259-5D63-5E48-143D-0DE97A08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C55B4-A95D-1ECF-8EB8-7102E5C0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78C16-0340-6DC0-91A3-ADF5BAE7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58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FCB9F-D197-37A7-240A-E7AB40E6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ECA80-1853-531D-3F08-02E270513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4F067-8658-7A32-50E5-B452E1D0B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D7856-E697-71B5-7A26-B01571DFE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4F737-2C9B-2772-36D5-044D7A7AB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E8BC7C-0543-4BEF-7318-8A6F2D5C6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2D78A4-9574-D05B-248E-A07DF781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981239-EFE9-A634-EB8E-B24C1649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16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0DA0-83BC-0137-C017-D6B15300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19576-2A8E-E0B6-8EFA-653327C1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F765D-CECF-1146-BFB3-FF31153D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6CD73-6EC5-09DC-F516-C51C8DCB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042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29BD0-69B7-EB1D-0F0F-D4E57B993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3FF25-E8B8-4AA1-410B-F262EA8A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09F2B-5E20-AFB2-0E08-E2CA2CF49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068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78D79-3F1F-BD09-2AB6-17AA14C2A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BC652-A576-0A52-F2D4-28678CE1A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77963-27C8-0A27-AFA4-2BB23812E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8A8AE-9698-0A68-E852-ACEE8C2BC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06309-82E9-1749-8B0C-7CF3ED9A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15FD4-AB09-735F-9BF1-8E03504A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964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600D3-488A-5C7E-D448-C5AC11AE7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2273E-D01B-50E4-5340-C81B548D05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C5B6C-189D-F784-98E8-145650452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108E3-BBA2-7FEA-660D-DD7F96C6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8CE1B-4283-78E8-53B4-702814052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31000-22AB-7088-E8F5-88371564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994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A0FDC-7962-A295-F9B6-F941E4EEA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9B684-F40A-AE8A-496B-7D0167EB4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B3B7F-9428-182F-0CFF-F795F53B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E509D-3357-2DE8-5579-9A52BBF0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345D3-983E-EA6B-E1F9-5F7FAA08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06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BB6AF3-F247-0429-0157-C42CAA7B4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D7CA2-91F2-29A4-3D2A-ADF66F3F2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43B24-D1C6-F8DB-AD97-7D530D7B4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19BB2-E647-0D43-ADFC-69B5CCAF4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33999-3745-84B7-B3DA-AEF3D095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17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3C3A6B-CD3F-CA14-0B54-5C3EFD831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29B36-42CE-B14C-B0F6-6897EA8E2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3E9ED-D545-19D9-72E8-4327C030E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FC614-07A2-4A63-B687-A13199FBDF24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87F25-9E99-031D-F1C9-0169C6E378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8682B-EF10-741D-55BC-59ADBCFBB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AD962-788E-41B1-A96C-8C9C533D6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869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A73BE5-126C-E4F5-5239-4235458077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6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4ABF12-5514-C94F-3CF8-441FB6A544E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52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1F78CD-940A-4E81-A3BE-FBAF02ABA26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9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A1FF26-0F00-1919-4792-3962C4DB70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22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A11EE8-71A1-5F73-DA3F-C0041B3C9C1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7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0624D-4074-8596-4A69-244420E9596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38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838D64-A698-4FF0-838C-69F789D0CF8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16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547930-2221-F87B-B5A9-90161C38AC1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72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EBAB03-5520-9655-F241-B74603C8C0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44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211B92-6190-549B-03ED-76A97115730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8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F8A5CE-B1B7-3BAD-A411-FB23FAFB33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36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D0BEAF-DEF2-8074-79FE-9108E5B519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348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antara utane</dc:creator>
  <cp:lastModifiedBy>antara utane</cp:lastModifiedBy>
  <cp:revision>1</cp:revision>
  <dcterms:created xsi:type="dcterms:W3CDTF">2026-10-17T15:51:13Z</dcterms:created>
  <dcterms:modified xsi:type="dcterms:W3CDTF">2026-10-17T15:51:13Z</dcterms:modified>
</cp:coreProperties>
</file>